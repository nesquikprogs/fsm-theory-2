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847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FE75A-29BF-E62D-9AA4-460602188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9D6904-C08F-7529-FB07-45C1AD4A2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77844A-FDB2-2731-A496-601B95F7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834C60-8803-67F0-7C54-962C30FD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B970C2-8A00-57DC-62F4-A62D266E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88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99824-0365-0FBC-ABAF-AF8A7510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EE8AC6-05E1-838E-F9A9-7595B8D9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99C5F2-15F4-A5B8-DDC0-7CF4E030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7FC73E-FF2B-09B2-3C63-D882E7D8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763D80-DB00-48AE-768A-28E0C643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6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91B2D-59DF-073D-E5FB-7579D539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D5FFB4-205F-40B9-371B-917E99C92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C78A8B-1A2F-4D25-32FF-F4B1C9D9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CEDCE2-0D02-146E-4425-5D3F7265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2BD388-CC25-5994-55F4-97FBE433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93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84F1D-2FEA-7C55-09B2-3A98CC28A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9ED4E-A7BD-C87F-D65E-60D833FD9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6C787B-23E4-DE7A-6778-65DD1419C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82719A-4F1E-AC66-A9B6-D09DA4DE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8AC3B7-B5AE-1009-3DEB-966B474B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88D9AD-6F85-82B5-9BBF-A452B45B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24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4BB77-4FC6-62DA-1637-C80796BB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A138C4-4358-E44B-F6F8-D34673D2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6AC14D-63FB-CC54-C986-BA4D762B1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7CB85AF-4A1A-A0B5-5D52-38136D492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B01F29-6BEF-A0B4-7B19-62041E913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7D62AE-30F1-455C-474E-B5DBA983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DCE237-0F05-9DA1-4944-7DF6CACB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56DBC2-66B5-9344-EBAB-1BB8D80A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24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DEFBE-108C-D74D-4927-BF5AC640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23CA710-DDDA-A942-67EB-B457ADA8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1146A2-EB5B-F35B-38C9-7F417B0D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FD5EE9-6086-D847-E323-2DF97E3D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06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C8E84F-EA36-C4E7-B6D5-699F9C47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767D83-989D-EBB9-A0B9-94C1D208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278E12-A3A0-FD4A-B83F-C42C269C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8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C8E1E-97C0-8209-1B13-C3A7EB45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09D89-19FC-897D-8385-161EF327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105A3A-569A-397C-EAD0-CAF0ED8FB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BD71A6-09A5-C155-FC40-4A3E0F2D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0AC527-BF85-5385-7242-E0FCAE9F3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2EBFCA-632C-9927-E571-72883F23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90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B6BE9-CCC8-7B0B-2AE7-61CE22277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3EA1BB-688A-CB1F-3BEA-3C79A8E35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E7A7EA-230E-535F-C6C8-0B938E621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938E9E-999D-6FB3-CA0B-1B12C2C5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87BCF2-3E09-C6EB-FDE5-60686566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46078F-9AC4-FD34-56FF-ACD28FB7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39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E0712-6A84-C2DE-B64D-4570F733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C3042E-1B84-2B5D-CA22-AF7F7694E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9C5DFA-7B4F-361B-0D35-6837638E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C518FC-75FD-110E-AA80-7866C4D2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54E73E-C76F-6A50-5479-8194E69D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80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3D2BF5-AA2D-24FE-6FD6-7B90A5EC8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90315E-BE22-69AF-D8A0-EEC506536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090640-1CC6-6FB8-4CC4-8DB7B139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407085-2CD8-A513-490B-6F7F97F9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151E69-55A6-84B4-74C0-337BF7E5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50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F7291-17FC-CA6C-1501-75AA1DE9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C68D60-D985-6F34-9350-F8540A041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2A3034-B0A5-2C97-6038-806A36F39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1BD8D-1BE7-465C-A93D-030C138C325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2D703-E206-D443-B6D1-835E9E5EF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FFD96E-AB12-1C81-2858-E150E9EE2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333EE-BCB4-4ED6-ADBE-F24115224C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73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3AD92-34E4-A8FD-9C5D-F9F161447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Программная реализация конечных автоматов. Алллокатор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34DD80-2896-477C-B56F-4118F0833A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студент группы ВМК-22</a:t>
            </a:r>
          </a:p>
          <a:p>
            <a:r>
              <a:rPr lang="ru-RU" dirty="0"/>
              <a:t>Александров Данил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415375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AAAD6-666C-5759-F5E5-AF9BC052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64" y="0"/>
            <a:ext cx="10515600" cy="1325563"/>
          </a:xfrm>
        </p:spPr>
        <p:txBody>
          <a:bodyPr/>
          <a:lstStyle/>
          <a:p>
            <a:r>
              <a:rPr lang="ru-RU" dirty="0"/>
              <a:t>Положения выносимые на защиту: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D9DC4FB-2FB9-C599-DA43-9AB17CF78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14" y="1777476"/>
            <a:ext cx="1175657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Конечные автоматы являются эффективным формальным инструментом для моделирования состояний и переходов в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аллокаторах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ресурсов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Моделирование отдельных блоков памяти как конечных автоматов с состояниями «свободен», «занят», «ожидает освобождения», «освобождён»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 конечных автоматов позволяет оптимизировать работу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аллокаторов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различных типов</a:t>
            </a:r>
            <a:endParaRPr lang="ru-RU" altLang="ru-RU" sz="20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2000" dirty="0">
                <a:latin typeface="Arial" panose="020B0604020202020204" pitchFamily="34" charset="0"/>
              </a:rPr>
              <a:t>В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многозадачных операционных системах и распределённых вычислительных средах</a:t>
            </a:r>
            <a:r>
              <a:rPr lang="ru-RU" altLang="ru-RU" sz="2000" dirty="0">
                <a:latin typeface="Arial" panose="020B0604020202020204" pitchFamily="34" charset="0"/>
              </a:rPr>
              <a:t> широко используются </a:t>
            </a:r>
            <a:r>
              <a:rPr lang="ru-RU" altLang="ru-RU" sz="2000" dirty="0" err="1">
                <a:latin typeface="Arial" panose="020B0604020202020204" pitchFamily="34" charset="0"/>
              </a:rPr>
              <a:t>аллокаторы</a:t>
            </a: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1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BF5C3-31AA-C822-8BD3-C455BACF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515600" cy="1325563"/>
          </a:xfrm>
        </p:spPr>
        <p:txBody>
          <a:bodyPr/>
          <a:lstStyle/>
          <a:p>
            <a:r>
              <a:rPr lang="ru-RU" dirty="0"/>
              <a:t>Объект исследования: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968A42-FACA-392A-9A20-9E18772B1A3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5639" y="754737"/>
            <a:ext cx="1168072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Управление ресурсами в вычислительных системах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Аллокаторы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как компоненты системного программного обеспечения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Процессы выделения, освобождения и перераспределения ресурсов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Ресурсы: оперативная память, процессорное время, сетевые соединения, дисковое пространство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Распределение ресурсов между конкурентными процессами и задачами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Основные проблемы: фрагментация памяти (внутренняя и внешняя), утечки ресурсов, ошибки доступа 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4C32CF8-0833-4B26-8EF6-3C9E6594BB56}"/>
              </a:ext>
            </a:extLst>
          </p:cNvPr>
          <p:cNvSpPr txBox="1">
            <a:spLocks/>
          </p:cNvSpPr>
          <p:nvPr/>
        </p:nvSpPr>
        <p:spPr>
          <a:xfrm>
            <a:off x="255639" y="26479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Предмет исследования: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FFDB484-9E0B-CD74-2AC1-47E30C3AD07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0975" y="3663612"/>
            <a:ext cx="10515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 конечных автоматов для моделирования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аллокаторов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ресурсов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Моделирование состояний и переходов блоков памяти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Функции переходов при выделении и освобождении ресурсов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Оптимизация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аллокаторов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целью снижения фрагментации и предотвращения ошибок (утечки памяти, повторное выделение)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Повышение масштабируемости и надёжности в многозадачных и распределённых системах </a:t>
            </a:r>
          </a:p>
        </p:txBody>
      </p:sp>
    </p:spTree>
    <p:extLst>
      <p:ext uri="{BB962C8B-B14F-4D97-AF65-F5344CB8AC3E}">
        <p14:creationId xmlns:p14="http://schemas.microsoft.com/office/powerpoint/2010/main" val="180842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09A94-5620-4143-D5B8-B037A548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249010"/>
            <a:ext cx="10515600" cy="1325563"/>
          </a:xfrm>
        </p:spPr>
        <p:txBody>
          <a:bodyPr/>
          <a:lstStyle/>
          <a:p>
            <a:r>
              <a:rPr lang="ru-RU" dirty="0">
                <a:effectLst/>
              </a:rPr>
              <a:t>Примеры использования </a:t>
            </a:r>
            <a:r>
              <a:rPr lang="ru-RU" dirty="0" err="1">
                <a:effectLst/>
              </a:rPr>
              <a:t>аллокаторов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342834-B779-D8B0-6783-500E8AD46FC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5057" y="911791"/>
            <a:ext cx="1460137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 операционных системах (Linux, Windows):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Динамическое выделение памяти процессам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Минимизация внутренней и внешней фрагментации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Изоляция памяти между процессами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Страничная аллокация, сегментация, виртуальная память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Buddy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allocator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распределение блоков фиксированного размера, минимизация внешней фрагментации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Slab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allocator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кэширование объектов фиксированного размера (дескрипторы файлов, сетевые пакеты)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 многозадачных системах: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Синхронизация доступа к памяти в многопоточной среде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Разделение памяти ядра и пользовательской памяти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Предотвращение гонок за ресурсы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 распределённых и облачных средах: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Координация распределения ресурсов между узлами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Автоматическое масштабирование под нагрузку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Управление памятью в контейнерах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Балансировка нагрузки и распределённые хранилища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Обеспечение согласованности данных и высокой доступности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Общие задачи: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Поддержка многозадачности и конкуренции за ресурсы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Горизонтальное и вертикальное масштабирование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0D042-02CA-BA5A-2E2D-FD9B2B90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229" y="2876096"/>
            <a:ext cx="10515600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327188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308</Words>
  <Application>Microsoft Office PowerPoint</Application>
  <PresentationFormat>Широкоэкранный</PresentationFormat>
  <Paragraphs>48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Программная реализация конечных автоматов. Алллокатор</vt:lpstr>
      <vt:lpstr>Положения выносимые на защиту:</vt:lpstr>
      <vt:lpstr>Объект исследования:</vt:lpstr>
      <vt:lpstr>Примеры использования аллокаторов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7</cp:revision>
  <dcterms:created xsi:type="dcterms:W3CDTF">2025-12-24T03:30:19Z</dcterms:created>
  <dcterms:modified xsi:type="dcterms:W3CDTF">2025-12-25T04:01:56Z</dcterms:modified>
</cp:coreProperties>
</file>